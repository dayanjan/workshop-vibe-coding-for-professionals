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Vibe Coding for Healthcare Professionals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8B800"/>
                </a:solidFill>
              </a:defRPr>
            </a:pPr>
            <a:r>
              <a:t>Building Repeatable AI Workflows with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931920"/>
            <a:ext cx="27432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Dr. Dayanjan Wijesinghe  |  Ms. Mora Alabi, PharmD Candidate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VCU School of Pharmacy  •  Laboratory of Digital Health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AI Ready RVA  |  March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Today's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Session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What You'll Do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10:00 – 10:15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Welcome &amp; Introductions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Meet your fellow attendees, overview of the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10:15 – 10:45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The Workflow Harness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Understand the 5 components that make AI repeatable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10:45 – 11:15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Live 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Watch a complete pipeline: brainstorm → build → analyze → interpret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11:15 – 12:15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Hands-On Session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Open your project, paste a template, build your first workflow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12:15 – 12:45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Lunch Break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Compare what you've built, ask questions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12:45 – 1:45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Extend &amp; Iterate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Refine your agent, add a skill, connect to Colab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1:45 – 2:00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Show &amp; Tell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Share what you built, Q&amp;A, next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Every Conversation Starts from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You explain your project. AI gives a great answer.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 session: you explain the same project again.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And again. And again.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Every conversation is a blank slate — no memory of what you built,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what worked, what failed, or what you decided.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This is the chat interface model.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It works for questions. It breaks for projects.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What You Actually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66666"/>
                </a:solidFill>
              </a:defRPr>
            </a:pPr>
            <a:r>
              <a:t>One-off chat gives you...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An answer that vanishes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Instructions you repeat every time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No record of what worked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No guardrails on what goes wrong</a:t>
            </a:r>
          </a:p>
          <a:p>
            <a:pPr>
              <a:spcBef>
                <a:spcPts val="800"/>
              </a:spcBef>
              <a:defRPr sz="1800">
                <a:solidFill>
                  <a:srgbClr val="666666"/>
                </a:solidFill>
              </a:defRPr>
            </a:pPr>
            <a:r>
              <a:t>✗  A brilliant assistant with amnesia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A workflow harness gives you...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Persistent memory across sessions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Reusable workflows you build once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Project tracking that survives restarts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Rules the AI cannot break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✓  A team member who reads your 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Workflow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"Think of it as writing onboarding documents</a:t>
            </a:r>
          </a:p>
          <a:p>
            <a:pPr algn="ctr">
              <a:defRPr sz="3200" i="1">
                <a:solidFill>
                  <a:srgbClr val="FFFFFF"/>
                </a:solidFill>
              </a:defRPr>
            </a:pPr>
            <a:r>
              <a:t>for an AI team member."</a:t>
            </a:r>
          </a:p>
          <a:p>
            <a:pPr>
              <a:defRPr sz="1200"/>
            </a:pPr>
          </a:p>
          <a:p>
            <a:pPr algn="ctr">
              <a:defRPr sz="1600">
                <a:solidFill>
                  <a:srgbClr val="F8B800"/>
                </a:solidFill>
              </a:defRPr>
            </a:pPr>
            <a:r>
              <a:t>— Anthropic, Claude Code Documentation</a:t>
            </a:r>
          </a:p>
          <a:p>
            <a:pPr>
              <a:defRPr sz="2000"/>
            </a:pPr>
          </a:p>
          <a:p>
            <a:pPr algn="ctr">
              <a:defRPr sz="2200">
                <a:solidFill>
                  <a:srgbClr val="666666"/>
                </a:solidFill>
              </a:defRPr>
            </a:pPr>
            <a:r>
              <a:t>If you can write a clinical protocol, a grant narrative,</a:t>
            </a:r>
          </a:p>
          <a:p>
            <a:pPr algn="ctr">
              <a:defRPr sz="2200">
                <a:solidFill>
                  <a:srgbClr val="666666"/>
                </a:solidFill>
              </a:defRPr>
            </a:pPr>
            <a:r>
              <a:t>or an onboarding document — you can build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Five Files. That's the Whole Harness.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You Already Write These As...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CLAUDE.md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Project memory — loaded every session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Project charter / onboarding doc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Skill (SKILL.md)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Step-by-step workflow for a task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Standard Operating Procedure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Agent (.md)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Specialist persona with expertise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Job description + scope of practice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Rule (.md)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Constraints the AI cannot break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Compliance requirements / never-events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Folder 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Where everything lives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Filing system / chart organization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All of these are plain Markdown files. No code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CLAUDE.md — The Project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Auto-loaded every time Claude Code starts in your project folder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Survives context compaction — Claude re-reads it from disk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Tells the AI: what is this project, what conventions to follow,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where to find skills and agents, and what to watch out for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Keep it under 200 lines — Anthropic recommends 20-80 for most projects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Think of it as a one-page project brief, not a manual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This is the single most important file in the harness.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Skills — Reusable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A Skill is a step-by-step procedure for a specific task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Lives in .claude/skills/skill-name/SKILL.md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Loaded on demand — only when relevant, not at startup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Contains: YAML header (name, description) + Markdown instructions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Example: "Download BLS data for Richmond, calculate year-over-year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employment change, identify top 10 growing industries, generate charts"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You can have dozens of skills without bloating context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Like an SOP binder — pull the right one when you need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Agents — Specialist Personas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An Agent defines WHO the AI is for a specific type of task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Lives in .claude/agents/agent-name.md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Runs in its own isolated context — separate from main conversation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Contains: expertise, communication style, decision rules, constraints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Example: "You are a workforce research analyst. Lead with insight,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then evidence. Plain language. Never present correlation as causation."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Different agents interpret the same data differently: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A research-analyst describes trends. A grant-writer finds opportunities.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Rules — Non-Negotiable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Rules define what the AI must NEVER do — they override everything else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Live in .claude/rules/ — auto-loaded based on file path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If a skill says "be creative" but a rule says "never fabricate data,"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the rule wins. Always.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Examples from our healthcare use cases: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• Never make individual clinical recommendations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• Never present age-adjusted and crude rates interchangeably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• Always use person-first language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   • Never draw causal conclusions from cross-sectional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How the Five Components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Answers the Question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Loaded When?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CLAUDE.md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"What is this project?"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Every session, automatically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Skill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"How do I do this task?"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On demand, when relevant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"Who am I for this task?"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When you invoke the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"What must I never do?"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Automatically by file path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Folders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"Where does everything go?"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t>Always (it's the file system)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Skills guide behavior. Agents shape persona. Rules constrain both.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Four-Phase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Anthropic's recommended pattern for any complex task: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1. 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Understand the</a:t>
            </a:r>
            <a:br/>
            <a:r>
              <a:t>problem and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66666"/>
                </a:solidFill>
              </a:defRPr>
            </a:pPr>
            <a:r>
              <a:t>Read files, ask</a:t>
            </a:r>
            <a:br/>
            <a:r>
              <a:t>questions, no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94560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2.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Design the</a:t>
            </a:r>
            <a:br/>
            <a: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206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66666"/>
                </a:solidFill>
              </a:defRPr>
            </a:pPr>
            <a:r>
              <a:t>Review strategy</a:t>
            </a:r>
            <a:br/>
            <a:r>
              <a:t>before executing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3. IMPLEMENT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Execute</a:t>
            </a:r>
            <a:br/>
            <a:r>
              <a:t>the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66666"/>
                </a:solidFill>
              </a:defRPr>
            </a:pPr>
            <a:r>
              <a:t>Claude writes code,</a:t>
            </a:r>
            <a:br/>
            <a:r>
              <a:t>you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194560"/>
            <a:ext cx="25603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4.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Save</a:t>
            </a:r>
            <a:br/>
            <a:r>
              <a:t>checkpoints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062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66666"/>
                </a:solidFill>
              </a:defRPr>
            </a:pPr>
            <a:r>
              <a:t>Commit, describe</a:t>
            </a:r>
            <a:br/>
            <a:r>
              <a:t>what changed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How Claude Code Actually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Claude Code runs an agentic loop — not a single prompt-response: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3200400" cy="2286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GATHER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Reads your files, searches</a:t>
            </a:r>
            <a:br/>
            <a:r>
              <a:t>code, understands the state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06240" y="3200400"/>
            <a:ext cx="365760" cy="365760"/>
          </a:xfrm>
          <a:prstGeom prst="rightArrow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286000"/>
            <a:ext cx="3200400" cy="2286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603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TAKE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Writes code, creates files,</a:t>
            </a:r>
            <a:br/>
            <a:r>
              <a:t>runs commands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63840" y="3200400"/>
            <a:ext cx="365760" cy="365760"/>
          </a:xfrm>
          <a:prstGeom prst="rightArrow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200400" cy="2286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B800"/>
                </a:solidFill>
              </a:defRPr>
            </a:pPr>
            <a:r>
              <a:t>VERIFY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Checks output, runs tests,</a:t>
            </a:r>
            <a:br/>
            <a:r>
              <a:t>fixes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46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↻  These phases blend together and repeat until the task is done.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Your harness files (CLAUDE.md, skills, agents, rules) guide every iteration.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Three-Layer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Our workshop model for connecting VS Code, Google Colab, and Claude Code: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515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THINK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VS Code + 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Brainstorm, plan, write,</a:t>
            </a:r>
            <a:br/>
            <a:r>
              <a:t>interpret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515600" cy="118872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B800"/>
                </a:solidFill>
              </a:defRPr>
            </a:pPr>
            <a: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03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Google Colab via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6576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Data download, analysis,</a:t>
            </a:r>
            <a:br/>
            <a:r>
              <a:t>heavy computation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515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INTERPRET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66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Claude Code (return loop)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1206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Analyze outputs, draft</a:t>
            </a:r>
            <a:br/>
            <a:r>
              <a:t>reports, iterate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66666"/>
                </a:solidFill>
              </a:defRPr>
            </a:pPr>
            <a:r>
              <a:t>Google Drive is the bridge. No servers, no infrastructure. All free tools.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What You'll Build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Three Use Cases, One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Data Source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Key Output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Workforce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BLS QCEW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research-analyst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Employment trends, growth charts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Grant Landscape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NIH Reporter API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grant-writer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Funding patterns, strategic positioning</a:t>
                      </a:r>
                    </a:p>
                  </a:txBody>
                  <a:tcPr anchor="ctr">
                    <a:solidFill>
                      <a:srgbClr val="EEEE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Public Health Snapshot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CDC PLACES + Census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clinical-reviewer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333333"/>
                          </a:solidFill>
                        </a:defRPr>
                      </a:pPr>
                      <a:r>
                        <a:t>Community health profile, composite 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Same 5-file harness. Different data sources, different agents.</a:t>
            </a:r>
          </a:p>
          <a:p/>
          <a:p>
            <a:pPr>
              <a:defRPr sz="1800">
                <a:solidFill>
                  <a:srgbClr val="666666"/>
                </a:solidFill>
              </a:defRPr>
            </a:pPr>
            <a:r>
              <a:t>Pick the one closest to your work — or adapt the pattern to your own domain.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The architecture works for any repeatable analysis workflow.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What Your Project Folder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  <a:latin typeface="Consolas"/>
              </a:defRPr>
            </a:pPr>
            <a:r>
              <a:t>your-project/</a:t>
            </a:r>
            <a:br/>
            <a:r>
              <a:t>├── CLAUDE.md                         ← Project memory (auto-loaded)</a:t>
            </a:r>
            <a:br/>
            <a:r>
              <a:t>├── .claude/</a:t>
            </a:r>
            <a:br/>
            <a:r>
              <a:t>│   ├── skills/your-skill/SKILL.md    ← Reusable workflow</a:t>
            </a:r>
            <a:br/>
            <a:r>
              <a:t>│   ├── agents/your-agent.md          ← Specialist persona</a:t>
            </a:r>
            <a:br/>
            <a:r>
              <a:t>│   └── rules/your-rule.md            ← Guardrails</a:t>
            </a:r>
            <a:br/>
            <a:r>
              <a:t>├── project_management/               ← Progress tracking</a:t>
            </a:r>
            <a:br/>
            <a:r>
              <a:t>│   ├── TASKS.md</a:t>
            </a:r>
            <a:br/>
            <a:r>
              <a:t>│   ├── ROADMAP.md</a:t>
            </a:r>
            <a:br/>
            <a:r>
              <a:t>│   └── WORK_PROGRESS.md</a:t>
            </a:r>
            <a:br/>
            <a:r>
              <a:t>├── data/raw/                         ← Downloaded source data</a:t>
            </a:r>
            <a:br/>
            <a:r>
              <a:t>├── data/processed/                   ← Analysis-ready data</a:t>
            </a:r>
            <a:br/>
            <a:r>
              <a:t>├── figures/                          ← Charts and visualizations</a:t>
            </a:r>
            <a:br/>
            <a:r>
              <a:t>├── reports/                          ← Written summaries</a:t>
            </a:r>
            <a:br/>
            <a:r>
              <a:t>├── notebooks/                        ← Jupyter/Colab notebooks</a:t>
            </a:r>
            <a:br/>
            <a:r>
              <a:t>└── src/                              ← Python source 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B800"/>
                </a:solidFill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1828800" cy="54864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Your First Five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VCU School of Pharmacy  |  Laboratory of Digital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1.  Open your project folder in VS Code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2.  Open the terminal: Ctrl + `  (backtick)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3.  Type:  claude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4.  Copy the contents of BUILD-THIS-PROJECT.md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5.  Paste it into Claude Code and press Enter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Claude will generate your 5 files in about 15 minutes.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Then you're ready to start asking it to do real 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Your first project won't be perfect.</a:t>
            </a:r>
          </a:p>
          <a:p>
            <a:pPr>
              <a:defRPr sz="1600"/>
            </a:pP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Each refinement teaches you how to write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better instructions — which is the core skill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you're developing today.</a:t>
            </a:r>
          </a:p>
          <a:p>
            <a:pPr>
              <a:defRPr sz="1600"/>
            </a:pPr>
          </a:p>
          <a:p>
            <a:pPr algn="ctr">
              <a:defRPr sz="2200">
                <a:solidFill>
                  <a:srgbClr val="F8B800"/>
                </a:solidFill>
              </a:defRPr>
            </a:pPr>
            <a:r>
              <a:t>This is not about becoming a programmer.</a:t>
            </a:r>
          </a:p>
          <a:p>
            <a:pPr algn="ctr">
              <a:defRPr sz="2200">
                <a:solidFill>
                  <a:srgbClr val="F8B800"/>
                </a:solidFill>
              </a:defRPr>
            </a:pPr>
            <a:r>
              <a:t>It's about becoming an effective communicator with AI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23 /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8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B800"/>
                </a:solidFill>
              </a:defRPr>
            </a:pPr>
            <a:r>
              <a:t>Let's Build Something.</a:t>
            </a:r>
          </a:p>
          <a:p>
            <a:pPr>
              <a:defRPr sz="1600"/>
            </a:pP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Live Demo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VCU School of Pharmacy  •  Laboratory of Digital Health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AI Ready RVA  |  March 14,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for Healthcare Professionals</dc:title>
  <dc:subject>Building Repeatable AI Workflows with Claude Code</dc:subject>
  <dc:creator>Dayanjan S. Wijesinghe</dc:creator>
  <cp:keywords/>
  <dc:description>VCU School of Pharmacy, Laboratory of Digital Health | AI Ready RVA | March 14, 2026</dc:description>
  <cp:lastModifiedBy>Dayanjan S. Wijesinghe</cp:lastModifiedBy>
  <cp:revision>1</cp:revision>
  <dcterms:created xsi:type="dcterms:W3CDTF">2013-01-27T09:14:16Z</dcterms:created>
  <dcterms:modified xsi:type="dcterms:W3CDTF">2013-01-27T09:15:58Z</dcterms:modified>
  <cp:category/>
</cp:coreProperties>
</file>